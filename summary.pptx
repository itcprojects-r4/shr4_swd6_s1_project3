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1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23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42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4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9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74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83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854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12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04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D5D10-9FDF-40DA-86A4-4F874BB0EA97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86474-4485-4C39-B07D-73303B8B6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8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858" y="0"/>
            <a:ext cx="53022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04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797" y="0"/>
            <a:ext cx="5382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1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124" y="0"/>
            <a:ext cx="52857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1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622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Tarek Abdelhamed</dc:creator>
  <cp:lastModifiedBy>Tarek Abdelhamed</cp:lastModifiedBy>
  <cp:revision>9</cp:revision>
  <dcterms:created xsi:type="dcterms:W3CDTF">2026-04-28T14:32:13Z</dcterms:created>
  <dcterms:modified xsi:type="dcterms:W3CDTF">2026-04-28T21:17:20Z</dcterms:modified>
</cp:coreProperties>
</file>